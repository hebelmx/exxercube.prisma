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VERIQAN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41248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CONDUSEF Credit-Card Statement-Format Compliance Verifier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41248" y="3520440"/>
            <a:ext cx="3840480" cy="36576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numeral verified. Every statement defensible.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CONDUSEF · DOF 29-Dic-2022 ·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 desde 17-Oct-2024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MANDATE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standardized statement format — required of every issuer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766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CONDUSEF Acuerdo (DOF 29-Dic-2022): the standardized estado de cuenta for credit-card personas físicas.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for every Mexican issuer since 17-Oct-2024 — scoped to RECA-registered card contracts.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mandatory sections + a guía de llenado of strict form rules (order, typography, bold fields, no advertising).</a:t>
            </a:r>
            <a:endParaRPr lang="en-US" sz="16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reactively: CONDUSEF pulls client files, grades each bank publicly (El Calificador), fines, issues Programas de Cumplimiento Forzoso.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7490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0" y="1783080"/>
            <a:ext cx="109728" cy="1207008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18928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28432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sections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0" y="3154680"/>
            <a:ext cx="37490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0" y="3154680"/>
            <a:ext cx="109728" cy="120700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32644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17-Oct-2024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028432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deadline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4526280"/>
            <a:ext cx="37490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0" y="4526280"/>
            <a:ext cx="109728" cy="120700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0" y="46360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028432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+ fines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LAW REQUIRES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regulation, in bullet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64208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373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product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039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§1–4, §15 — logo (SIPRES), paginación, datos de envío, denominación/categoría, tarjeta/CLABE/RFC, núm. cuenta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578608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6517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required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9535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§5 — periodo, fecha de corte, días, fecha límite (negrillas ≥10pt), pago para no generar intereses, pago mínimo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493008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493008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5661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simulation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38679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— “Cuánto pagarías”: pago mínimo / 2× / 5× → meses y total de intereses (recursión de saldo revolvente)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407408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407408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4805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&amp; credits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47823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 — adeudo anterior, cargos regulares y a meses, intereses, comisiones, IVA, pagos y abonos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321808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3949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indicators &amp; rates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56967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§8–10 — indicadores costo anual (12m), CAT (sin IVA), tasa ordinaria [fija/variable]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1664208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1664208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17373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usage &amp; lines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64808" y="2039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§13, §16 — nivel de uso, saldo deudor total, crédito disponible; otras líneas de crédito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2578608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2578608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464808" y="26517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basis &amp; last payment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64808" y="29535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§19–20 — saldo base · días · tasa · monto (6 tipos); distribución de tu último pago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3493008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3493008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464808" y="35661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programs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64808" y="38679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§18 — puntos/recompensas: saldo inicial, generados, redimidos, vencidos, por vencer, saldo final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4407408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4407408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6464808" y="44805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64808" y="47823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§22–23 — desglose cronológico, Total cargos/abonos; cargos no reconocidos (estatus)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63640" y="5321808"/>
            <a:ext cx="5486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63640" y="5321808"/>
            <a:ext cx="914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6464808" y="539496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texts &amp; form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64808" y="56967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§24–27 — quejas, reestructura, 13 notas aclaratorias, glosario (15 términos); tipografía ≥8pt, orden fijo, sin publicidad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Veriqan covers the mandate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0" y="84124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F9D5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8412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0" y="84124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8412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784080" y="84124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0" y="8412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2103120"/>
                <a:gridCol w="2103120"/>
              </a:tblGrid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CONDUSEF 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&amp; period extraction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§4, §5, §15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D55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Charges/credits arithmetic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D55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CAT, rates, card usage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§9, §10, §13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D55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Movements desglose &amp; 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D55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Benefit-program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D55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overlap / header / font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(forma)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D55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legends, Compara tu tarjeta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§11, §17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D55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Pagination, logo, card no., blank pages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§1, §2, forma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28-section presence &amp; fixed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§1–28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simulation (recompute)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basis &amp; last-payment waterfall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§19, §20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indicators, other credit lines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§8, §16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Verbatim notas / glosario / quejas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§24, §26, §27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Typography floor, bold fields, 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guía (forma)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A3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DEFENDS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moat is not the rules — they are public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463040"/>
          </a:xfrm>
          <a:prstGeom prst="rect">
            <a:avLst/>
          </a:prstGeom>
          <a:solidFill>
            <a:srgbClr val="1B335C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74520"/>
            <a:ext cx="109728" cy="146304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75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certification exists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CONDUSEF, CNBV nor Banxico certify the format or approve vendors — first mover, no badge to chase.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49240" cy="1463040"/>
          </a:xfrm>
          <a:prstGeom prst="rect">
            <a:avLst/>
          </a:prstGeom>
          <a:solidFill>
            <a:srgbClr val="1B335C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74520"/>
            <a:ext cx="109728" cy="146304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0756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found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verifies the CONDUSEF statement format today; adjacent RegTech is only PLD/AML.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349240" cy="1463040"/>
          </a:xfrm>
          <a:prstGeom prst="rect">
            <a:avLst/>
          </a:prstGeom>
          <a:solidFill>
            <a:srgbClr val="1B335C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566160"/>
            <a:ext cx="109728" cy="146304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673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verdict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statement → same result. Re-runnable by the bank, its auditor, or CONDUSEF — determinism substitutes for a signature.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3566160"/>
            <a:ext cx="5349240" cy="1463040"/>
          </a:xfrm>
          <a:prstGeom prst="rect">
            <a:avLst/>
          </a:prstGeom>
          <a:solidFill>
            <a:srgbClr val="1B335C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566160"/>
            <a:ext cx="109728" cy="146304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7673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→ DOF-numeral traceability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42976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cites its exact Acuerdo numeral: an auditable evidence chain a weekend competitor can’t replicate.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SELLS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detective report to load-bearing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0215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502152" cy="1463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2140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285292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Preventive pipeline-gate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456432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at the bank’s digital PDF generation: a non-compliant statement cannot be emitted. Critical-path infrastructure, not a cuttable report.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0215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1828800"/>
            <a:ext cx="3502152" cy="14630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2140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99432" y="285292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Pre-emptive supervision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9432" y="3456432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El Calificador before CONDUSEF grades you. Quantified ROI: avoided fines + reputational score on the Buró.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10144" y="1828800"/>
            <a:ext cx="350215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10144" y="1828800"/>
            <a:ext cx="3502152" cy="146304"/>
          </a:xfrm>
          <a:prstGeom prst="rect">
            <a:avLst/>
          </a:prstGeom>
          <a:solidFill>
            <a:srgbClr val="2C7A6B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212140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284464" y="285292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2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Credible by design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84464" y="3456432"/>
            <a:ext cx="2953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format certification exists — so earn the ones that matter: ISO 27001 / SOC 2, and design to the CNBV CUB outsourcing regime.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5603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standard that doesn’t officially exist — yet.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41248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CONDUSEF coverage · deterministic · numeral-by-numeral evidence for </a:t>
            </a:r>
            <a:pPr indent="0" marL="0">
              <a:buNone/>
            </a:pPr>
            <a:r>
              <a:rPr lang="en-US" sz="17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Cumplimiento Forzoso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Veriqan · ExxerCube.Prisma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Veriqan — CONDUSEF Statement-Format Compliance</dc:title>
  <dc:subject>PptxGenJS Presentation</dc:subject>
  <dc:creator>Veriqan</dc:creator>
  <cp:lastModifiedBy>Veriqan</cp:lastModifiedBy>
  <cp:revision>1</cp:revision>
  <dcterms:created xsi:type="dcterms:W3CDTF">2026-06-17T21:49:43Z</dcterms:created>
  <dcterms:modified xsi:type="dcterms:W3CDTF">2026-06-17T21:49:43Z</dcterms:modified>
</cp:coreProperties>
</file>